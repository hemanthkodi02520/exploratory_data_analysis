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3" d="100"/>
          <a:sy n="133" d="100"/>
        </p:scale>
        <p:origin x="98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Task 2: EDA Dashboard Mock-up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8660" y="117287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Total Customers</a:t>
            </a:r>
          </a:p>
          <a:p>
            <a:r>
              <a:rPr dirty="0"/>
              <a:t>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3279" y="3780751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Avg Purchase</a:t>
            </a:r>
          </a:p>
          <a:p>
            <a:r>
              <a:rPr dirty="0"/>
              <a:t>₹2,036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40" y="117287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Highest Purchase</a:t>
            </a:r>
          </a:p>
          <a:p>
            <a:r>
              <a:rPr dirty="0"/>
              <a:t>₹3,000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225779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Strong Correlation</a:t>
            </a:r>
          </a:p>
          <a:p>
            <a:r>
              <a:rPr dirty="0"/>
              <a:t>0.96</a:t>
            </a:r>
          </a:p>
        </p:txBody>
      </p:sp>
      <p:pic>
        <p:nvPicPr>
          <p:cNvPr id="7" name="Picture 6" descr="Screenshot 2026-06-11 231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2743200" cy="1906549"/>
          </a:xfrm>
          <a:prstGeom prst="rect">
            <a:avLst/>
          </a:prstGeom>
        </p:spPr>
      </p:pic>
      <p:pic>
        <p:nvPicPr>
          <p:cNvPr id="8" name="Picture 7" descr="Screenshot 2026-06-11 2312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828800"/>
            <a:ext cx="3200400" cy="1860499"/>
          </a:xfrm>
          <a:prstGeom prst="rect">
            <a:avLst/>
          </a:prstGeom>
        </p:spPr>
      </p:pic>
      <p:pic>
        <p:nvPicPr>
          <p:cNvPr id="9" name="Picture 8" descr="Screenshot 2026-06-11 2313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28800"/>
            <a:ext cx="2473920" cy="1603216"/>
          </a:xfrm>
          <a:prstGeom prst="rect">
            <a:avLst/>
          </a:prstGeom>
        </p:spPr>
      </p:pic>
      <p:pic>
        <p:nvPicPr>
          <p:cNvPr id="10" name="Picture 9" descr="Screenshot 2026-06-11 2313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572000"/>
            <a:ext cx="2743200" cy="2094633"/>
          </a:xfrm>
          <a:prstGeom prst="rect">
            <a:avLst/>
          </a:prstGeom>
        </p:spPr>
      </p:pic>
      <p:pic>
        <p:nvPicPr>
          <p:cNvPr id="11" name="Picture 10" descr="Screenshot 2026-06-11 2313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572001"/>
            <a:ext cx="2331720" cy="21008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</Words>
  <Application>Microsoft Office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Task 2: EDA Dashboard Mock-up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Kodi Hemanth</cp:lastModifiedBy>
  <cp:revision>2</cp:revision>
  <dcterms:created xsi:type="dcterms:W3CDTF">2013-01-27T09:14:16Z</dcterms:created>
  <dcterms:modified xsi:type="dcterms:W3CDTF">2026-06-11T17:48:41Z</dcterms:modified>
  <cp:category/>
</cp:coreProperties>
</file>